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ca588e3b9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bca588e3b9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ca588e3b9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ca588e3b9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ca588e3b9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bca588e3b9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bca588e3b9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a588e3b9_2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bca588e3b9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ca588e3b9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bca588e3b9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a588e3b9_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bca588e3b9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rect b="b" l="l" r="r" t="t"/>
            <a:pathLst>
              <a:path extrusionOk="0" h="4438650" w="122110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/>
          <p:nvPr>
            <p:ph idx="2" type="pic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flipH="1" rot="10800000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b="0" i="0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- 23BCB10080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Isha Aggarwal - 23BCB10053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76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0000"/>
                </a:solidFill>
                <a:highlight>
                  <a:srgbClr val="F3F3F9"/>
                </a:highlight>
                <a:latin typeface="Roboto"/>
                <a:ea typeface="Roboto"/>
                <a:cs typeface="Roboto"/>
                <a:sym typeface="Roboto"/>
              </a:rPr>
              <a:t>Dr. Gurwinder Singh(E11253)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Introduction to Project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Vehicle Routing Problem (VRP) is a classic combinatorial optimization challenge in logistics and transportation.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Urban delivery services face increasing complexity due to growing e-commerce demands, traffic congestion, and customer expectations for fast delivery.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This project leverages Machine Learning (ML) techniques combined with traditional optimization methods to create intelligent, adaptive routing solutions.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hybrid approach aims to predict demand patterns, anticipate traffic conditions, and generate cost-effective delivery routes in real-time.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t/>
            </a:r>
            <a:endParaRPr sz="24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309715" y="1000847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Problem Formulation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28650" y="1369219"/>
            <a:ext cx="7886700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Key Challenges: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Dynamic demand fluctuations across different time periods and locations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Real-time traffic congestion affecting delivery times unpredictably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Multiple constraints including vehicle capacity, time windows, and driver schedules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50"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b="1" sz="2050">
              <a:latin typeface="Arial"/>
              <a:ea typeface="Arial"/>
              <a:cs typeface="Arial"/>
              <a:sym typeface="Arial"/>
            </a:endParaRPr>
          </a:p>
          <a:p>
            <a:pPr indent="-32948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50">
                <a:latin typeface="Arial"/>
                <a:ea typeface="Arial"/>
                <a:cs typeface="Arial"/>
                <a:sym typeface="Arial"/>
              </a:rPr>
              <a:t>Which algorithm performs best under uncertainty?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294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50">
                <a:latin typeface="Arial"/>
                <a:ea typeface="Arial"/>
                <a:cs typeface="Arial"/>
                <a:sym typeface="Arial"/>
              </a:rPr>
              <a:t>How to measure efficiency: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294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50">
                <a:latin typeface="Arial"/>
                <a:ea typeface="Arial"/>
                <a:cs typeface="Arial"/>
                <a:sym typeface="Arial"/>
              </a:rPr>
              <a:t>Cost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294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50">
                <a:latin typeface="Arial"/>
                <a:ea typeface="Arial"/>
                <a:cs typeface="Arial"/>
                <a:sym typeface="Arial"/>
              </a:rPr>
              <a:t>Lateness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294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50">
                <a:latin typeface="Arial"/>
                <a:ea typeface="Arial"/>
                <a:cs typeface="Arial"/>
                <a:sym typeface="Arial"/>
              </a:rPr>
              <a:t>Reliability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19346" y="1085678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Objectives of the Work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Develop ML models to forecast delivery demands and traffic patterns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Hybridize ML predictions with optimization techniques to generate efficient routes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Simulate and compare performance against traditional VRP solvers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Evaluate metrics like cost savings and delivery time reduction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Deploy a web-based prototype for visualization and demonstration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543921" y="1085665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Methodology used</a:t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480803" y="1268015"/>
            <a:ext cx="8360100" cy="3681675"/>
          </a:xfrm>
          <a:prstGeom prst="roundRect">
            <a:avLst>
              <a:gd fmla="val 16667" name="adj"/>
            </a:avLst>
          </a:prstGeom>
          <a:solidFill>
            <a:srgbClr val="65736C">
              <a:alpha val="6274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774675" y="143516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Collection:</a:t>
            </a:r>
            <a:r>
              <a:rPr lang="en"/>
              <a:t> Historical delivery data, traffic patterns, and demand records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ML Models:</a:t>
            </a:r>
            <a:r>
              <a:rPr lang="en"/>
              <a:t> LSTM/GRU for demand forecasting, Graph Neural Networks for traffic prediction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Optimization:</a:t>
            </a:r>
            <a:r>
              <a:rPr lang="en"/>
              <a:t> Hybrid approach combining metaheuristics (Genetic Algorithm, ACO) with ML predictions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Simulation:</a:t>
            </a:r>
            <a:r>
              <a:rPr lang="en"/>
              <a:t> Discrete event simulation for testing routing strategies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Web Prototype:</a:t>
            </a:r>
            <a:r>
              <a:rPr lang="en"/>
              <a:t> Flask/Django backend with React frontend for visualization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3500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260501" y="1194825"/>
            <a:ext cx="43770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changes between the different algorithms with dynamic demands.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62275" y="1074550"/>
            <a:ext cx="4826400" cy="38619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045" y="898675"/>
            <a:ext cx="3872480" cy="38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Conclusion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This project demonstrates the effectiveness of integrating ML with traditional optimization for vehicle routing in urban delivery contexts.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hybrid approach addresses key limitations of conventional VRP solvers by enabling adaptive, data-driven decision making.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Results show significant improvements in cost efficiency and delivery performance metrics.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web-based prototype provides practical value for real-world deployment and visualization.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600"/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628646" y="11601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Future Scope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4"/>
          <p:cNvSpPr/>
          <p:nvPr/>
        </p:nvSpPr>
        <p:spPr>
          <a:xfrm>
            <a:off x="541846" y="10856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References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